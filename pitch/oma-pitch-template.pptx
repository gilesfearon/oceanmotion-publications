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embeddedFontLst>
    <p:embeddedFont>
      <p:font typeface="Instrument Serif" charset="0"/>
      <p:regular r:id="rId16"/>
      <p:italic r:id="rId17"/>
    </p:embeddedFont>
    <p:embeddedFont>
      <p:font typeface="IBM Plex Sans" charset="0"/>
      <p:regular r:id="rId18"/>
      <p:bold r:id="rId19"/>
      <p:italic r:id="rId20"/>
      <p:boldItalic r:id="rId21"/>
    </p:embeddedFont>
    <p:embeddedFont>
      <p:font typeface="IBM Plex Mono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