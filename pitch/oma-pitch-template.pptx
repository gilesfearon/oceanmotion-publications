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embeddedFontLst>
    <p:embeddedFont>
      <p:font typeface="Instrument Serif" charset="0"/>
      <p:regular r:id="rId16"/>
      <p:italic r:id="rId17"/>
    </p:embeddedFont>
    <p:embeddedFont>
      <p:font typeface="IBM Plex Sans" charset="0"/>
      <p:regular r:id="rId18"/>
      <p:bold r:id="rId19"/>
      <p:italic r:id="rId20"/>
      <p:boldItalic r:id="rId21"/>
    </p:embeddedFont>
    <p:embeddedFont>
      <p:font typeface="IBM Plex Mono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stream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Ocean models, built for
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decisions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that can't wait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problem you're solving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Live forecast —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you'd receive, day to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Scope, timeline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60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6000" b="0" i="1">
                <a:solidFill>
                  <a:srgbClr val="FF6A2B"/>
                </a:solidFill>
                <a:latin typeface="Instrument Serif"/>
              </a:rPr>
              <a:t>model</a:t>
            </a:r>
            <a:r>
              <a:rPr sz="6000" b="0" i="0">
                <a:solidFill>
                  <a:srgbClr val="F4EFE3"/>
                </a:solidFill>
                <a:latin typeface="Instrument Serif"/>
              </a:rPr>
              <a:t> your water.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0" i="0">
                <a:solidFill>
                  <a:srgbClr val="0B1420"/>
                </a:solidFill>
                <a:latin typeface="Instrument Serif"/>
              </a:rPr>
              <a:t>Physics first, </a:t>
            </a:r>
            <a:r>
              <a:rPr sz="4200" b="0" i="1">
                <a:solidFill>
                  <a:srgbClr val="FF6A2B"/>
                </a:solidFill>
                <a:latin typeface="Instrument Serif"/>
              </a:rPr>
              <a:t>tuned to your site</a:t>
            </a:r>
            <a:r>
              <a:rPr sz="42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680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A regional ocean model nested down to the port, plant or site of interest.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Forced with the best available atmospheric, tidal and boundary data, updated every day.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Outputs framed as the decision you actually make — operability windows, go/no-go,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0B1420"/>
                </a:solidFill>
                <a:latin typeface="Instrument Serif"/>
              </a:rPr>
              <a:t>From physics to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RECURRING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run them every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Regional and hyper-local forecasts at your site, updated daily. Operability windows, go/no-go calls, custom thresholds.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7336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ONE-OFF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build ocean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Model development, hindcasts, dispersion and transport, design criteria. Each engagement scoped to a specific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289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LIVE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F4EFE3"/>
                </a:solidFill>
                <a:latin typeface="Instrument Serif"/>
              </a:rPr>
              <a:t>Your site,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874519"/>
            <a:ext cx="10515600" cy="4297680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 spc="120">
                <a:solidFill>
                  <a:srgbClr val="A8E0EA"/>
                </a:solidFill>
                <a:latin typeface="IBM Plex Mono"/>
              </a:rPr>
              <a:t>[ REPLACE WITH DASHBOARD SCREENSHOT / RECORDING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WHAT YOU'D RECEIVE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F4EFE3"/>
                </a:solidFill>
                <a:latin typeface="Instrument Serif"/>
              </a:rPr>
              <a:t>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FORECAST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72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LEAD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Your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THRESHOLDS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560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6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600" b="0" i="1">
                <a:solidFill>
                  <a:srgbClr val="FF6A2B"/>
                </a:solidFill>
                <a:latin typeface="Instrument Serif"/>
              </a:rPr>
              <a:t>working on</a:t>
            </a:r>
            <a:r>
              <a:rPr sz="56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93776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